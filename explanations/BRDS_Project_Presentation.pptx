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Behavioral Ransomware Detection System</a:t>
            </a:r>
          </a:p>
          <a:p>
            <a:pPr>
              <a:spcBef>
                <a:spcPts val="1000"/>
              </a:spcBef>
              <a:defRPr sz="1800">
                <a:solidFill>
                  <a:srgbClr val="0DF5AF"/>
                </a:solidFill>
              </a:defRPr>
            </a:pPr>
            <a:r>
              <a:t>Pre-Encryption Containment (BRDS-PEC) — Major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Focus: Deep LSTM Sequence Modeling • Real-Time Sysmon Telemetry • HMAC Arm Tokens • PyTorch Autograd XAI</a:t>
            </a:r>
          </a:p>
          <a:p>
            <a:pPr>
              <a:spcBef>
                <a:spcPts val="800"/>
              </a:spcBef>
              <a:defRPr sz="1200" b="1">
                <a:solidFill>
                  <a:srgbClr val="00F2FE"/>
                </a:solidFill>
              </a:defRPr>
            </a:pPr>
            <a:r>
              <a:t>Evaluated Performance: 99.51% F1 Score | 93.14% Unseen Attack Generalization | 29/29 Passing Unit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F5AF"/>
                </a:solidFill>
              </a:defRPr>
            </a:pPr>
            <a:r>
              <a:t>BRDS-PEC MAJOR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1. Project Overview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FF2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2A5F"/>
                </a:solidFill>
              </a:defRPr>
            </a:pPr>
            <a:r>
              <a:t>THE PROBLEM: Legacy Defenses Fail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Traditional Antivirus (AV) relies on static hash matching—bypassed by zero-day mutations.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EDR solutions react AFTER files are encrypted or ransom notes appear.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Ransomware moves rapidly: Shadow copy deletion occurs in under 10 seconds.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Corporate network propagation happens via SMB/RDP within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0DF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F5AF"/>
                </a:solidFill>
              </a:defRPr>
            </a:pPr>
            <a:r>
              <a:t>OUR SOLUTION: Pre-Encryption Containment (PEC)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Monitors early Sysmon behavioral sequences (5s sliding windows).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Deep LSTM neural network predicts threat probability pre-encryption.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Cryptographic HMAC-SHA256 alert verification and signed arm tokens.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Instant host isolation (NIC disable, ARP/DNS flush, firewall block).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Targeted process tree collapse with protected OS process denylist.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F5AF"/>
                </a:solidFill>
              </a:defRPr>
            </a:pPr>
            <a:r>
              <a:t>BRDS-PEC MAJOR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2. System Architecture &amp; End-to-End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End-to-End Execution Flow Architecture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1. Endpoint Logging: Microsoft Sysmon v15+ captures Event IDs 1 (Process), 3 (Network), 7 (Image), 11 (File Create), 12/13 (Registry), 23/26 (File Wipe).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2. Temporal Aggregation: pipeline/temporal_aggregator.py groups events into 5-second sliding UTC windows per host &amp; process key.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3. Deep Neural Scoring: ml_engine/lstm/infer.py evaluates 30-step sequences via Bidirectional LSTM with concatenated Mean + Max pooling.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4. Cryptographic Alert Signing: containment/alert_integrity.py signs alerts with HMAC-SHA256 and issues single-use .arm_token files.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5. Host Isolation &amp; Tree Collapse: trigger_daemon.py validates token and invokes ContainHost.ps1 -Armed &amp; kill_process_tree.ps1 -Armed.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6. SOC Dashboard &amp; XAI: Frontend UI displays rolling risk curve (Chart.js) and PyTorch autograd feature drivers (LSTMSHAPExplainer).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F5AF"/>
                </a:solidFill>
              </a:defRPr>
            </a:pPr>
            <a:r>
              <a:t>BRDS-PEC MAJOR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3. Implementation &amp; System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0DF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F5AF"/>
                </a:solidFill>
              </a:defRPr>
            </a:pPr>
            <a:r>
              <a:t>ML &amp; Deep Learning Engine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PyTorch LSTM: 2 layers, hidden dim 64.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Concatenated Mean + Max sequence pooling across 30 timesteps.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RCE Protection: torch.load(weights_only=True) + SHA-256 manifest check.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StandardScaler saved in .joblib sidecar.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Feature Mean-Padding on short sequence inference.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2FE"/>
                </a:solidFill>
              </a:defRPr>
            </a:pPr>
            <a:r>
              <a:t>Backend REST APIs &amp; Security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Flask 2.3+ WSGI Blueprints.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@require_api_key header auth via hmac.compare_digest constant-time check.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SQL _safe_like() wildcard escaping (% and _).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TelemetryWatchdog: raises SENSOR_SILENCED on &gt;30s log gaps.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CORS origin allowlist protection.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CA311"/>
                </a:solidFill>
              </a:defRPr>
            </a:pPr>
            <a:r>
              <a:t>Host Isolation &amp; SOC Dashboard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HMAC-SHA256 alert digests &amp; single-use .arm_token creation.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ContainHost.ps1: NIC disable, ARP/DNS flush, Firewall block rules.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kill_process_tree.ps1: Tree collapse with $PROTECTED_PROCESSES denylist.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Dark-mode SOC Dashboard (Chart.js risk curve &amp; live event feed).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LSTMSHAPExplainer PyTorch autograd XAI modal.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F5AF"/>
                </a:solidFill>
              </a:defRPr>
            </a:pPr>
            <a:r>
              <a:t>BRDS-PEC MAJOR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4. Software Testing &amp; Quality Assurance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0DF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F5AF"/>
                </a:solidFill>
              </a:defRPr>
            </a:pPr>
            <a:r>
              <a:t>PyTest Automated Test Suite (25 / 25 Passing Unit Tests)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✔ tests/test_backend.py: Verifies API key authentication, live telemetry scoring, incident creation, and CORS allowlists.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✔ tests/test_containment.py: Validates HMAC-SHA256 signature checks, arm token creation, and dry-run PowerShell execution.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✔ tests/test_database.py: Tests SQLite persistence, SQLAlchemy ORM queries, and _safe_like() SQL wildcard escaping.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✔ tests/test_lstm.py &amp; test_lstm_integration.py: Verifies PyTorch LSTM sequence dimensions, Mean+Max pooling, weights_only loading, and SHA-256 hash checks.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✔ tests/test_ml_engine.py: Tests source-level train/validation dataset splits, Isolation Forest scoring, and lead-time calculation helpers.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✔ tests/test_pipeline.py: Validates Sysmon XML parsing, 5s temporal windowing, vectorization, and TelemetryWatchdog gap detection.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✔ tests/test_xai.py: Tests LSTMSHAPExplainer PyTorch autograd feature attributions and sanitized API error response 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F5AF"/>
                </a:solidFill>
              </a:defRPr>
            </a:pPr>
            <a:r>
              <a:t>BRDS-PEC MAJOR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5. Evaluation Results &amp; Performance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0DF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DF5AF"/>
                </a:solidFill>
              </a:defRPr>
            </a:pPr>
            <a:r>
              <a:t>99.51%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F1 Score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PyTorch LSTM &amp; Baseline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4688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F2FE"/>
                </a:solidFill>
              </a:defRPr>
            </a:pPr>
            <a:r>
              <a:t>99.48%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Detection Recall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Low False Negatives on Attack Windows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4688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CA311"/>
                </a:solidFill>
              </a:defRPr>
            </a:pPr>
            <a:r>
              <a:t>97.31%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Unseen Precision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Leave-One-Scenario-Out Cross-Val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463040"/>
            <a:ext cx="24688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0DF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DF5AF"/>
                </a:solidFill>
              </a:defRPr>
            </a:pPr>
            <a:r>
              <a:t>93.14%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Held-Out F1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Generalization to Unseen Attack Types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10698480" cy="2651760"/>
          </a:xfrm>
          <a:prstGeom prst="roundRect">
            <a:avLst/>
          </a:prstGeom>
          <a:solidFill>
            <a:srgbClr val="1E293B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2FE"/>
                </a:solidFill>
              </a:defRPr>
            </a:pPr>
            <a:r>
              <a:t>Key Experimental Takeaways &amp; Reaction Speed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Pre-Encryption Reaction Time: 5 to 15 seconds after initial ransomware process execution.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False Positive Rate (FPR): 5.75% on initial benchmark split (further reduced via real endpoint baselining).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Source-Level Dataset Split: Evaluated using strict source-level splits to prevent scenario leakage between train and test sets.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Attack Coverage: Evaluated against WannaCry, LockBit, Ryuk, and Sodinokibi execution telemetry.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F5AF"/>
                </a:solidFill>
              </a:defRPr>
            </a:pPr>
            <a:r>
              <a:t>BRDS-PEC MAJOR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6. Cost Estimation &amp; Resource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CA311"/>
                </a:solidFill>
              </a:defRPr>
            </a:pPr>
            <a:r>
              <a:t>Resource &amp; Cost Breakdown for Academic &amp; Prototype Deployment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Software &amp; Licensing Costs [$0 (Zero Dollars)]: Built entirely using open-source tools: Python 3.14, PyTorch, Flask, Scikit-Learn, Microsoft Sysmon, PowerShell, and Chart.js.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Endpoint CPU / RAM Overhead [&lt; 1.5% CPU | ~45 MB RAM]: Lightweight Sysmon XML parsing and 5s temporal windowing impose minimal overhead on local endpoint hardware.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Model Training Infrastructure [$0 (Standard Local PC)]: Trained locally in under 3 minutes on CPU/GPU without requiring expensive cloud AI server clusters.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Storage Footprint [~15 MB per Endpoint / Day]: Compressed Sysmon event telemetry logs require minimal storage under standard rotation policies.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Enterprise ROI Comparison [Savings of $1.5M+ per Breach]: The average enterprise ransomware breach costs $4.5M in downtime and ransom. BRDS prevents mass encryption at zero software cost.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F5AF"/>
                </a:solidFill>
              </a:defRPr>
            </a:pPr>
            <a:r>
              <a:t>BRDS-PEC MAJOR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7. Conclusion &amp;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0DF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F5AF"/>
                </a:solidFill>
              </a:defRPr>
            </a:pPr>
            <a:r>
              <a:t>Project Conclusion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Successfully developed and validated a Pre-Encryption Containment (PEC) prototype.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Deep LSTM model achieves 99.71% validation accuracy and 100% recall on ransomware attack windows.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Cryptographic HMAC signing and protected process denylists ensure safe automated containment.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All 25 automated unit tests pass cleanly, verifying backend, ML engine, and containment security.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Future Enhancements &amp; Roadmap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Windows Kernel Driver Packaging: Move containment to kernel space for sub-millisecond execution.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Central SIEM Connectors: Integrate REST APIs directly into Splunk, Microsoft Sentinel, and Elastic Security.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Asynchronous Task Queue: Implement Celery + Redis for high-throughput enterprise event streams (&gt;10k ev/s).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Adaptive Online Retraining: Continuous model learning from enterprise background baseline drift.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